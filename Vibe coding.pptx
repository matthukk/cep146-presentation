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15CC0A-0B78-A436-44DA-27F0BD69E4C3}" v="256" dt="2026-10-23T03:44:47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987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946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113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9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118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967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798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98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854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581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3628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227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8736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1036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738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039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451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Vibe coding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By Nicolas Soong and Matthew Kramp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287F2-E832-2C86-00AB-43C5D7068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vibe coding?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93810-75DB-3122-134B-A925C4F0B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Vibe coding is a software development style where users describe what they want in natural language and use AI to generate code.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It allows people with limited programming experience to create applications.</a:t>
            </a:r>
            <a:endParaRPr lang="en-US"/>
          </a:p>
          <a:p>
            <a:r>
              <a:rPr lang="en-US"/>
              <a:t>It makes coding much faster.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986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F019-1AB0-8EF2-6377-FBAC313EE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Vibe </a:t>
            </a:r>
            <a:r>
              <a:rPr lang="en-US"/>
              <a:t>coding's security issues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5A5CF-2CBB-BFD8-5747-EC64E6788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Relying on AI can cause numerous security issues and vulnerabilities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AI-generated code may contain vulnerabilities that expose user data.</a:t>
            </a:r>
            <a:endParaRPr lang="en-US"/>
          </a:p>
          <a:p>
            <a:r>
              <a:rPr lang="en-US" dirty="0"/>
              <a:t>Vibe coded authentication  and </a:t>
            </a:r>
            <a:r>
              <a:rPr lang="en-US"/>
              <a:t>security tend</a:t>
            </a:r>
            <a:r>
              <a:rPr lang="en-US" dirty="0"/>
              <a:t> to not work properly.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114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11F9-7CC6-34D6-27AB-19C5EFCD5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Bugs caused from </a:t>
            </a:r>
            <a:r>
              <a:rPr lang="en-US"/>
              <a:t>vibe 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2AE8C-1788-C450-8C21-7E2D3D830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AI causes bugs, especially in edge cases.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More issues can be created when AI tries to solve bugs.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Applications may become unstable as more features are added.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4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F06A3-8526-F266-4E9B-E1B206763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Vibe coding and </a:t>
            </a:r>
            <a:r>
              <a:rPr lang="en-US"/>
              <a:t>long-term</a:t>
            </a:r>
            <a:r>
              <a:rPr lang="en-US" dirty="0"/>
              <a:t> maintenance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E70D0-73CC-6CE4-A3B2-E8646633C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Developers may struggle to understand how the application works.</a:t>
            </a:r>
          </a:p>
          <a:p>
            <a:r>
              <a:rPr lang="en-US"/>
              <a:t>AI  has inconsistent coding style, which can make updates more difficult.</a:t>
            </a:r>
            <a:endParaRPr lang="en-US" dirty="0"/>
          </a:p>
          <a:p>
            <a:r>
              <a:rPr lang="en-US"/>
              <a:t>AI can leave code unexplained or undocumented. Which can cause confusion.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438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C124-E677-B69F-71E3-543BB30ED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D0140-71B7-5832-5012-C69A75239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Vibe coding makes software development faster and more accessible.</a:t>
            </a:r>
          </a:p>
          <a:p>
            <a:r>
              <a:rPr lang="en-US">
                <a:ea typeface="+mn-lt"/>
                <a:cs typeface="+mn-lt"/>
              </a:rPr>
              <a:t>However, vibe coding can come at the cost of security, reliability, and maintainability.</a:t>
            </a:r>
          </a:p>
          <a:p>
            <a:r>
              <a:rPr lang="en-US">
                <a:ea typeface="+mn-lt"/>
                <a:cs typeface="+mn-lt"/>
              </a:rPr>
              <a:t>The best approach is to use it alongside reviewing and testing the code thoroughly.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7173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Facet</vt:lpstr>
      <vt:lpstr>Vibe coding</vt:lpstr>
      <vt:lpstr>What is vibe coding?</vt:lpstr>
      <vt:lpstr>Vibe coding's security issues</vt:lpstr>
      <vt:lpstr>Bugs caused from vibe coding</vt:lpstr>
      <vt:lpstr>Vibe coding and long-term maintenance 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75</cp:revision>
  <dcterms:created xsi:type="dcterms:W3CDTF">2026-10-22T23:42:57Z</dcterms:created>
  <dcterms:modified xsi:type="dcterms:W3CDTF">2026-10-23T21:45:53Z</dcterms:modified>
</cp:coreProperties>
</file>